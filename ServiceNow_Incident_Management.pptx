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ServiceNow Incident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Full-Stack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📋 Web-based platform to manage ServiceNow 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🔧 Complete CRUD operations (Create, Read, Update, Delete)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🔐 OAuth 2.0 PKCE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🎨 Responsive UI with dark mode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⚡ Real-time synchronization with ServiceNow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✅ Production-ready with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Frontend: React 19 + Vite + Material-UI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Backend: Node.js + Express.js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Authentication: OAuth 2.0 PKCE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API Client: Axios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Database: ServiceNow Instance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Styling: Material-UI Components + Dark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│  React Frontend (http://localhost:5173)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└──────────────────┬──────────────────┘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┌──────────────────▼──────────────────┐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│  Express Backend (http://localhost:3001)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└──────────────────┬──────────────────┘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┌──────────────────▼──────────────────┐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│  ServiceNow Instance (OAuth + REST API)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Create Incidents - short_description, impact, urgency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View Incidents - grid layout with incident cards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Edit Incidents - update all incident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Delete Incidents - with confirmation dialog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Dark Mode - toggle light/dark theme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Error Handling - user-friendly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✓ Session Management - secure OAuth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Home.jsx - Main incident management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Incident list 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Create/Edit/Delete dialogs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Success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App.jsx - Navigation and header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AppBar with theme toggle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Route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AuthProvider.jsx - Authentication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Backend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OAuth 2.0 PKCE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Secure authentication with ServiceNow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Token refresh on expiration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API Endpoints: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GET /api/incidents - List 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POST /api/incidents - Create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PUT /api/incidents/:id - 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• DELETE /api/incidents/:id - 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Setup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Backend Setup: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cd BFF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npm install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npm start  (port 3001)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Frontend Setup: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cd 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npm install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$ npm run dev  (port 5173)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Environment: Configure .env with OAuth credentials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Example: Create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Request: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POST /api/incidents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{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"short_description": "System down",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"impact": 1,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  "urgency":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Response: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t>  { "result": { "sys_id": "...", "number": "INC001" }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Questions? | GitHub: project_capstone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